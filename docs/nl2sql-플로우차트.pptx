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2" r:id="rId2"/>
    <p:sldId id="263" r:id="rId3"/>
    <p:sldId id="264" r:id="rId4"/>
    <p:sldId id="265" r:id="rId5"/>
  </p:sldIdLst>
  <p:sldSz cx="9601200" cy="12801600" type="A3"/>
  <p:notesSz cx="128016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273C38-7482-4A5C-8A9A-B4CA81EB131F}" v="36" dt="2026-09-29T05:53:58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21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배 도윤" userId="e7ca0f43-4130-4257-a33a-44cac10fdf12" providerId="ADAL" clId="{4F67E1AB-6DBD-4789-B0DF-A1D27D9AE678}"/>
    <pc:docChg chg="modSld">
      <pc:chgData name="배 도윤" userId="e7ca0f43-4130-4257-a33a-44cac10fdf12" providerId="ADAL" clId="{4F67E1AB-6DBD-4789-B0DF-A1D27D9AE678}" dt="2026-09-29T05:53:58.373" v="35"/>
      <pc:docMkLst>
        <pc:docMk/>
      </pc:docMkLst>
      <pc:sldChg chg="modSp">
        <pc:chgData name="배 도윤" userId="e7ca0f43-4130-4257-a33a-44cac10fdf12" providerId="ADAL" clId="{4F67E1AB-6DBD-4789-B0DF-A1D27D9AE678}" dt="2026-09-28T04:37:33.081" v="31"/>
        <pc:sldMkLst>
          <pc:docMk/>
          <pc:sldMk cId="0" sldId="257"/>
        </pc:sldMkLst>
        <pc:spChg chg="mod">
          <ac:chgData name="배 도윤" userId="e7ca0f43-4130-4257-a33a-44cac10fdf12" providerId="ADAL" clId="{4F67E1AB-6DBD-4789-B0DF-A1D27D9AE678}" dt="2026-09-28T04:37:33.081" v="31"/>
          <ac:spMkLst>
            <pc:docMk/>
            <pc:sldMk cId="0" sldId="257"/>
            <ac:spMk id="18" creationId="{00000000-0000-0000-0000-000000000000}"/>
          </ac:spMkLst>
        </pc:spChg>
      </pc:sldChg>
      <pc:sldChg chg="modSp">
        <pc:chgData name="배 도윤" userId="e7ca0f43-4130-4257-a33a-44cac10fdf12" providerId="ADAL" clId="{4F67E1AB-6DBD-4789-B0DF-A1D27D9AE678}" dt="2026-09-28T04:30:04.087" v="12"/>
        <pc:sldMkLst>
          <pc:docMk/>
          <pc:sldMk cId="0" sldId="258"/>
        </pc:sldMkLst>
        <pc:spChg chg="mod">
          <ac:chgData name="배 도윤" userId="e7ca0f43-4130-4257-a33a-44cac10fdf12" providerId="ADAL" clId="{4F67E1AB-6DBD-4789-B0DF-A1D27D9AE678}" dt="2026-09-28T04:29:30.900" v="1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8T04:26:13.290" v="3"/>
          <ac:spMkLst>
            <pc:docMk/>
            <pc:sldMk cId="0" sldId="258"/>
            <ac:spMk id="28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8T04:30:04.087" v="12"/>
          <ac:spMkLst>
            <pc:docMk/>
            <pc:sldMk cId="0" sldId="258"/>
            <ac:spMk id="33" creationId="{00000000-0000-0000-0000-000000000000}"/>
          </ac:spMkLst>
        </pc:spChg>
      </pc:sldChg>
      <pc:sldChg chg="modSp">
        <pc:chgData name="배 도윤" userId="e7ca0f43-4130-4257-a33a-44cac10fdf12" providerId="ADAL" clId="{4F67E1AB-6DBD-4789-B0DF-A1D27D9AE678}" dt="2026-09-28T04:41:26.594" v="33"/>
        <pc:sldMkLst>
          <pc:docMk/>
          <pc:sldMk cId="0" sldId="259"/>
        </pc:sldMkLst>
        <pc:spChg chg="mod">
          <ac:chgData name="배 도윤" userId="e7ca0f43-4130-4257-a33a-44cac10fdf12" providerId="ADAL" clId="{4F67E1AB-6DBD-4789-B0DF-A1D27D9AE678}" dt="2026-09-28T04:30:25.044" v="14"/>
          <ac:spMkLst>
            <pc:docMk/>
            <pc:sldMk cId="0" sldId="259"/>
            <ac:spMk id="8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8T04:41:26.594" v="33"/>
          <ac:spMkLst>
            <pc:docMk/>
            <pc:sldMk cId="0" sldId="259"/>
            <ac:spMk id="12" creationId="{00000000-0000-0000-0000-000000000000}"/>
          </ac:spMkLst>
        </pc:spChg>
      </pc:sldChg>
      <pc:sldChg chg="modSp">
        <pc:chgData name="배 도윤" userId="e7ca0f43-4130-4257-a33a-44cac10fdf12" providerId="ADAL" clId="{4F67E1AB-6DBD-4789-B0DF-A1D27D9AE678}" dt="2026-09-29T05:53:58.373" v="35"/>
        <pc:sldMkLst>
          <pc:docMk/>
          <pc:sldMk cId="0" sldId="260"/>
        </pc:sldMkLst>
        <pc:spChg chg="mod">
          <ac:chgData name="배 도윤" userId="e7ca0f43-4130-4257-a33a-44cac10fdf12" providerId="ADAL" clId="{4F67E1AB-6DBD-4789-B0DF-A1D27D9AE678}" dt="2026-09-28T04:30:47.262" v="15"/>
          <ac:spMkLst>
            <pc:docMk/>
            <pc:sldMk cId="0" sldId="260"/>
            <ac:spMk id="8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8T04:31:13.463" v="1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9T05:53:58.373" v="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9T03:37:16.396" v="34"/>
          <ac:spMkLst>
            <pc:docMk/>
            <pc:sldMk cId="0" sldId="260"/>
            <ac:spMk id="31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09-28T04:36:26.237" v="29"/>
          <ac:spMkLst>
            <pc:docMk/>
            <pc:sldMk cId="0" sldId="260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64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8275320" cy="50292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6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데이터소스</a:t>
            </a: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DB에 행 하나를 쓰는 작업 — 대상 DB에는 접속하지 않습니다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47088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230428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583180"/>
            <a:ext cx="4572000" cy="804672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커넥션 정보 입력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· 호스트 · 포트 · DB명 · 스키마 · 계정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3387852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666744"/>
            <a:ext cx="4572000" cy="512064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/api/datasources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417880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457700"/>
            <a:ext cx="4572000" cy="1298448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검증 (Validation)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필수값 · 타입 · 포트 범위 · 드라이버 종류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575614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773936" y="5804154"/>
            <a:ext cx="1188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035040"/>
            <a:ext cx="457200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기본값 적용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이면 드라이버 기본 포트 (3306 / 5432 / 1521)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678484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7063740"/>
            <a:ext cx="4572000" cy="1207008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이미 있는가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대소문자 구분 없이 비교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08960" y="827074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773936" y="8318754"/>
            <a:ext cx="1188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8549640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DB에 INSERT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비밀번호는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암호화</a:t>
            </a:r>
            <a:r>
              <a:rPr lang="en-US" altLang="ko-KR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(AES256)</a:t>
            </a: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 (동기화 시 복원 필요)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08960" y="929944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9578340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 Created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synced_at = NULL — 스키마 미수집 상태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08960" y="10328148"/>
            <a:ext cx="0" cy="2788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10607040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4320540"/>
            <a:ext cx="3108960" cy="1572768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422 Unprocessable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name 이 공백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host / db_name 누락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port 가 1~65535 밖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driver 가 셋 중 하나가 아님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94960" y="5106924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431536" y="4878324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7232904"/>
            <a:ext cx="3108960" cy="8686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409 Conflict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이름의 데이터소스가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있습니다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394960" y="7667244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431536" y="7438644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11320272"/>
            <a:ext cx="827532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호스트·계정 오류는 이 단계에서 드러나지 않습니다 — 실제 </a:t>
            </a:r>
            <a:r>
              <a:rPr 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접속은</a:t>
            </a: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동기화에서</a:t>
            </a: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처음 일어납니다.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12143232"/>
            <a:ext cx="237744" cy="18288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115568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· 종료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87168" y="12143232"/>
            <a:ext cx="237744" cy="182880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779776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51376" y="12143232"/>
            <a:ext cx="237744" cy="18288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443984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15584" y="12143232"/>
            <a:ext cx="237744" cy="1828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108192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· 입출력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79792" y="12143232"/>
            <a:ext cx="237744" cy="1828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772400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응답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5705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8275320" cy="50292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스키마 </a:t>
            </a:r>
            <a:r>
              <a:rPr lang="en-US" sz="16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DB에 접속하는 유일한 지점. 병합(upsert)이 아니라 전량 교체입니다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47088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2304288"/>
            <a:ext cx="0" cy="18653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490826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요청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/api/datasources/{id}/sync — 비밀번호 포함 조회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3240634"/>
            <a:ext cx="0" cy="18653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427171"/>
            <a:ext cx="4572000" cy="114300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 가 무엇인가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CONNECT_TIMEOUT = 10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63056" y="1974691"/>
            <a:ext cx="3108960" cy="1298448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502 Bad Gateway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메시지 첫 줄을 그대로 전달.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버그가 아니라 대상 DB 문제라는 표시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53328" y="3556603"/>
            <a:ext cx="3108960" cy="96012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— Oracle 전용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owner 를 정할 수 없음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(스키마·계정 둘 다 비어 있음)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3998671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31536" y="3770071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0" y="4570171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122932" y="4844491"/>
            <a:ext cx="567537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22932" y="4844491"/>
            <a:ext cx="0" cy="23774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960620" y="4844491"/>
            <a:ext cx="0" cy="23774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98308" y="4844491"/>
            <a:ext cx="0" cy="23774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5082235"/>
            <a:ext cx="2599944" cy="2029968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/ MariaDB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pymysql.connect(utf8mb4)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information_schema.TABLES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BASE TABLE · VIEW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information_schema.COLUMNS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COLUMN_TYPE — 길이 포함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660648" y="5082235"/>
            <a:ext cx="2599944" cy="2029968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psycopg.connect(conninfo)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 = db_schema or 'public'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pg_class ⨝ pg_namespace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relkind r · v · m · p · f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obj_description() — 주석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98336" y="5082235"/>
            <a:ext cx="2599944" cy="2029968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oracledb.connect(service_name)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owner = (db_schema or username)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.upper()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all_tab_comments — TABLE · VIEW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all_tab_columns ⟕ all_col_comments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22932" y="7112203"/>
            <a:ext cx="0" cy="20116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60620" y="7112203"/>
            <a:ext cx="0" cy="20116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798308" y="7112203"/>
            <a:ext cx="0" cy="20116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22932" y="7313371"/>
            <a:ext cx="567537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108960" y="7313371"/>
            <a:ext cx="0" cy="20116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7514539"/>
            <a:ext cx="4572000" cy="676656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각 데이터베이스의 스키마를 시스템 구조로 변경</a:t>
            </a:r>
            <a:endParaRPr lang="en-US" sz="950" dirty="0">
              <a:solidFill>
                <a:srgbClr val="64748B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08960" y="8191195"/>
            <a:ext cx="0" cy="18653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2960" y="8377733"/>
            <a:ext cx="4572000" cy="8686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삭제 후 재등록</a:t>
            </a:r>
            <a:b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→ executemany INSERT, 단일 트랜잭션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커밋하면 그 사이 질문이 빈 스키마를 받습니다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108960" y="9246413"/>
            <a:ext cx="0" cy="18653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22960" y="9432950"/>
            <a:ext cx="4572000" cy="73152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완료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synced_at 갱신 · 테이블/컬럼 수 반환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108960" y="10164470"/>
            <a:ext cx="0" cy="18653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22960" y="10351008"/>
            <a:ext cx="4572000" cy="402336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11320272"/>
            <a:ext cx="827532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읽어온 테이블이 0건이어도 에러가 아닙니다 — 권한·스키마명 오타가 여기로 떨어지므로 화면에 경고색으로 표시합니다. 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지표데이터</a:t>
            </a: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이 과정에서 삭제되지 않습니다.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12143232"/>
            <a:ext cx="237744" cy="18288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115568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· 종료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87168" y="12143232"/>
            <a:ext cx="237744" cy="182880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2779776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51376" y="12143232"/>
            <a:ext cx="237744" cy="18288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4443984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15584" y="12143232"/>
            <a:ext cx="237744" cy="1828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108192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· 입출력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12143232"/>
            <a:ext cx="237744" cy="1828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772400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응답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9744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8275320" cy="50292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지표 정의 (Metric Definition)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스키마에서 추출할 수 없는 업무 개념을 사람이 선언합니다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47088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2304288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624328"/>
            <a:ext cx="4572000" cy="512064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추가 요청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3136392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456432"/>
            <a:ext cx="4572000" cy="1298448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종류 (kind)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aggregate — </a:t>
            </a: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함수</a:t>
            </a:r>
            <a:br>
              <a:rPr lang="en-US" altLang="ko-KR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projection — 컬럼 목록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4754880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4572000" cy="896112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종류에 맞지 않는 필드 제거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집계인데 컬럼 목록이 남으면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정의인지 알 수 없게 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5971032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6291072"/>
            <a:ext cx="4572000" cy="141732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값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literal — 불변, 항상 AND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relative — 상대 기간, 질문이 우선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— 값을 질문에서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7708392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8028432"/>
            <a:ext cx="4572000" cy="118872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스키마에 실재하는가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· 컬럼 · 고정 필터 컬럼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08960" y="9217152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773936" y="9285732"/>
            <a:ext cx="1188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9537192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 저장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이름을 지목하면 컴파일러가 전개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08960" y="10287000"/>
            <a:ext cx="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10607040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474720"/>
            <a:ext cx="3108960" cy="1261872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422 — 모양 불일치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agg_field / agg_function 없음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select_columns 가 빔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함수가 다섯 개 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94960" y="4105656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431536" y="3877056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6368796"/>
            <a:ext cx="3108960" cy="1261872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— 값 형식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날짜가 YYYY-MM-DD 가 아님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달력에 없는 날짜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relative 가 -7d 형식이 아님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94960" y="6999732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431536" y="6771132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8188452"/>
            <a:ext cx="3108960" cy="8686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— 스키마에 없음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테이블·컬럼을 찾을 수 없습니다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394960" y="8622792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431536" y="8394192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11320272"/>
            <a:ext cx="827532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literal 로 두면 값이 고정되어 다음 주에도 지난주를 가리킵니다. 기간은 relative 또는 question 으로 선언하십시오.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12143232"/>
            <a:ext cx="237744" cy="18288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115568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· 종료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87168" y="12143232"/>
            <a:ext cx="237744" cy="182880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779776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51376" y="12143232"/>
            <a:ext cx="237744" cy="18288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443984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15584" y="12143232"/>
            <a:ext cx="237744" cy="1828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108192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· 입출력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79792" y="12143232"/>
            <a:ext cx="237744" cy="1828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772400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응답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7601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8275320" cy="50292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질의 생성 (Query Generation)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은 AST 만 생성하고, SQL 조립은 컴파일러가 담당합니다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47088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2304288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578608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질문 입력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질문은 전달되지 않음 — 매 요청 독립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3328416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602736"/>
            <a:ext cx="4572000" cy="8686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</a:t>
            </a:r>
            <a:b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요청 새로 읽음 · 깨진 지표는 제외 + 경고 로그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4471416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745736"/>
            <a:ext cx="4572000" cy="804672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프루닝 (Pruning)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TF-IDF 유사도 </a:t>
            </a:r>
            <a:r>
              <a:rPr lang="en-US" sz="9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N(</a:t>
            </a: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</a:t>
            </a:r>
            <a:r>
              <a:rPr lang="en-US" altLang="ko-KR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한글은 2-gram 토큰화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5550408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824728"/>
            <a:ext cx="4572000" cy="804672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프롬프트 구성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 포함 — “최근 7일”·“지난달”을 모델이 계산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6629400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6903720"/>
            <a:ext cx="457200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생성 (LLM)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명세를 JSON 으로. SQL 문자열은 생성하지 않음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08960" y="7653528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7927848"/>
            <a:ext cx="4572000" cy="1389888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&amp; 검증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화이트리스트 </a:t>
            </a:r>
            <a:r>
              <a:rPr lang="en-US" sz="9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지표 </a:t>
            </a:r>
            <a:r>
              <a:rPr lang="en-US" sz="9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</a:t>
            </a:r>
            <a:r>
              <a:rPr lang="en-US" sz="95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리터럴 조립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08960" y="9317736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773936" y="9363456"/>
            <a:ext cx="1188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9592056"/>
            <a:ext cx="4572000" cy="749808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반환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SQL </a:t>
            </a:r>
            <a:r>
              <a:rPr lang="ko-KR" alt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생성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08960" y="10341864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10616184"/>
            <a:ext cx="4572000" cy="45720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570732"/>
            <a:ext cx="3108960" cy="932688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— 스키마 없음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동기화를 먼저 실행해야 합니다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94960" y="4037076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431536" y="3808476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7306056"/>
            <a:ext cx="3108960" cy="2633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(최대 4회)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실패는 예외가 아니라 문자열로 돌려줍니다.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raise 하면 실행이 끊겨 모델이 고칠 기회가 없습니다.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메시지에 무엇이 가능한지를 함께 싣습니다 —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키와 올바른 모양, 사용 가능한 테이블·연산자.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문자열이 곧 다음 시도의 프롬프트입니다.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4회를 넘기면 마지막 에러를 응답에 담습니다.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94960" y="8622792"/>
            <a:ext cx="5943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31536" y="8394192"/>
            <a:ext cx="521208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8622792"/>
            <a:ext cx="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38912" y="7278623"/>
            <a:ext cx="0" cy="28072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38912" y="7278624"/>
            <a:ext cx="38404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-457200" y="7927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</a:t>
            </a: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재시도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11320272"/>
            <a:ext cx="827532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>
            <a:outerShdw blurRad="50800" dist="19050" dir="5400000" algn="t" rotWithShape="0">
              <a:srgbClr val="0F172A">
                <a:alpha val="1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LLM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에서 </a:t>
            </a: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SQL: </a:t>
            </a:r>
            <a:r>
              <a:rPr lang="ko-KR" alt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로시작하는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 문자열이 응답되면 성공 </a:t>
            </a:r>
            <a:r>
              <a:rPr lang="en-US" altLang="ko-KR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ERROR: 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로 시작하는 문자열이 수신되면 수정 후 다시 </a:t>
            </a:r>
            <a:r>
              <a:rPr lang="en-US" altLang="ko-KR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AST 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생성요청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12143232"/>
            <a:ext cx="237744" cy="182880"/>
          </a:xfrm>
          <a:prstGeom prst="ellipse">
            <a:avLst/>
          </a:prstGeom>
          <a:solidFill>
            <a:srgbClr val="E0E7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115568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· 종료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87168" y="12143232"/>
            <a:ext cx="237744" cy="182880"/>
          </a:xfrm>
          <a:prstGeom prst="rect">
            <a:avLst/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2779776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51376" y="12143232"/>
            <a:ext cx="237744" cy="182880"/>
          </a:xfrm>
          <a:prstGeom prst="diamond">
            <a:avLst/>
          </a:prstGeom>
          <a:solidFill>
            <a:srgbClr val="FFFBE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4443984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15584" y="12143232"/>
            <a:ext cx="237744" cy="182880"/>
          </a:xfrm>
          <a:prstGeom prst="parallelogram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108192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· 입출력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79792" y="12143232"/>
            <a:ext cx="237744" cy="182880"/>
          </a:xfrm>
          <a:prstGeom prst="parallelogram">
            <a:avLst/>
          </a:prstGeom>
          <a:solidFill>
            <a:srgbClr val="FEF2F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772400" y="1210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응답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3284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BFAE8E-9AC6-453C-9B75-F5CF7764A58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a630e61-6c5c-4735-a6ad-9d57ff6210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809</Words>
  <Application>Microsoft Office PowerPoint</Application>
  <PresentationFormat>A3 용지(297x420mm)</PresentationFormat>
  <Paragraphs>160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배 도윤</cp:lastModifiedBy>
  <cp:revision>3</cp:revision>
  <dcterms:created xsi:type="dcterms:W3CDTF">2026-09-28T04:12:54Z</dcterms:created>
  <dcterms:modified xsi:type="dcterms:W3CDTF">2026-10-01T07:02:01Z</dcterms:modified>
</cp:coreProperties>
</file>